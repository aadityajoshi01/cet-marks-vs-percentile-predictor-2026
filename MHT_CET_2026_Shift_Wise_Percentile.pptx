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MHT-CET 2026 PCM Second Attempt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Shift-Wise Marks vs Percentile Analysis</a:t>
            </a:r>
          </a:p>
          <a:p>
            <a:r>
              <a:t>12 May 2026 – 21 May 2026 (Excluding 16 &amp; 17 May)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97.80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94.80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91.50 – 94.80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87.00 – 91.50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79.00 – 87.00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69.00 – 79.00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60.00 – 69.00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– 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99.95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99.80 – 99.95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98.80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98.00 – 98.80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96.70 – 98.00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95.50 – 96.70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92.00 – 95.50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84.00 – 92.00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76.00 – 84.00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67.00 – 76.00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55 – 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97.80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94.80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91.50 – 94.80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87.00 – 91.50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79.00 – 87.00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69.00 – 79.00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60.00 – 69.00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– 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99.95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99.80 – 99.95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98.80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98.00 – 98.80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96.70 – 98.00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95.50 – 96.70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92.00 – 95.50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84.00 – 92.00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76.00 – 84.00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67.00 – 76.00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55 – 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97.80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94.80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91.50 – 94.80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87.00 – 91.50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79.00 – 87.00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69.00 – 79.00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60.00 – 69.00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– 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99.95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99.80 – 99.95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98.80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98.00 – 98.80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96.70 – 98.00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95.50 – 96.70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92.00 – 95.50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84.00 – 92.00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76.00 – 84.00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67.00 – 76.00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55 – 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97.80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94.80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91.50 – 94.80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87.00 – 91.50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79.00 – 87.00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69.00 – 79.00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60.00 – 69.00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– 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99.95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99.80 – 99.95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98.80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98.00 – 98.80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96.70 – 98.00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95.50 – 96.70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92.00 – 95.50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84.00 – 92.00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76.00 – 84.00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67.00 – 76.00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55 – 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May 2026 – 1st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99.60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99.30 – 99.60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98.90 – 99.30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98.90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97.40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97.40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94.10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89.00 – 94.10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82.00 – 89.00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72.00 – 82.00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64.00 – 72.00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– 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May 2026 – 2nd Shift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8016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Expected Percentile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 – 100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160 – 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99.50 – 99.90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– 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99.10 – 99.50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140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98.50 – 99.10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130 – 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97.80 – 98.50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120 –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96.50 – 97.80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110 –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94.80 – 96.50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–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91.50 – 94.80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90 –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87.00 – 91.50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79.00 – 87.00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70 – 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69.00 – 79.00</a:t>
                      </a:r>
                    </a:p>
                  </a:txBody>
                  <a:tcPr/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–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60.00 – 69.00</a:t>
                      </a:r>
                    </a:p>
                  </a:txBody>
                  <a:tcPr/>
                </a:tc>
              </a:tr>
              <a:tr h="31351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Below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– 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